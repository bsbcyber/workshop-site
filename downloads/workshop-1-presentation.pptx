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while people sit down. Promise: by the end they have a URL they can open on their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Smile, wave, keep it human. One beat on Wichita / family / dogs, then move on. Credibility comes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WSU undergrad, Friends MS Cybersecurity, then Datavant. No teaching title. Connect industry work to why Git/PR/Pages matter on real teams.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 to the workshop goal. Then advance to “done looks like.”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Primary goal: their resume content, not a tiny demo PR. Git/PR is how we ship a chunk of that work safely. Prefer a real-looking site over a perfect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Hands up when unzipped. Empty Public repo — no README. Folder must be my-resume-site with package.json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File → Open Folder on my-resume-site. Trust authors. Terminal → New Terminal. Wait for localhost before moving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Explorer live. Photo goes in public/. Empty [] sections stay hidden. Do not open Source Control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Cold-call: if you save in VS Code, does the live site update? Wait for no. Come back to this whenever someone is confused.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terminal if npm run dev is running. Warn: Actions often red-X until Pages is enabled later — expected. Auth = browser or PAT, never GitHub password.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everyone type git status once so they see it. Rule for the rest of the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Stress: do NOT commit on main. Source Control badge is fine — leave it. Replace example.com placeholders.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Partner check: could a stranger verify done? Keep criteria short.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Status Bar bottom-left. Uncommitted edits ride along onto the new branch. Don’t continue until the name shows.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Source Control: open diff, stage +, message, Commit, Publish Branch. Roast the message “updates” if it comes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attach methods: Closes #N in body (auto-closes) and PR sidebar Development → Link an issue. Verify both sides. Do not merge yet — next slide is partner +1.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Require a neighbor Approve/Comment before merge. Facilitator can +1 for solos. Odd count → trios.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deploy.yml in Explorer. Do not write YAML. Feature branch does not publish — only 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= GitHub Actions. Re-run all jobs on the failed run. Then open the real URL.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up. Goal is a real-looking resume + live URL. PR + partner +1 required. Circulate for profile content and Status Bar branch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ticket: live URL + who gave their +1. Site should look like them, not Jordan Lee.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your resume site and put it online.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FACILITATOR</a:t>
            </a:r>
            <a:endParaRPr lang="en-US" sz="1200" dirty="0"/>
          </a:p>
        </p:txBody>
      </p:sp>
      <p:pic>
        <p:nvPicPr>
          <p:cNvPr id="7" name="Image 0" descr="/Users/coding/workshop/public/slides/tyler-beac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51560"/>
            <a:ext cx="2926080" cy="2926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749040" y="960120"/>
            <a:ext cx="78638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I’m Tyler Beach.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3749040" y="1783080"/>
            <a:ext cx="7863840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Shockers alum. Based in Wichita with my wife and two dogs. Security is the day job — not the whole story.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Wichita, KS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~11 years in industry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dogs at home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+ WORK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roots. Industry practice.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111556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care about developer enablement — the same skills we’re practicing today.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— graduated here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Friends University — Master’s in Cybersecurity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Datavant — Senior Application Security Architect (Product Security)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Earlier: AppSec and IT risk at Cargill; software development before that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I’m here to get you a live resume URL.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toy demo — your content, a real pull request with a partner review, and GitHub Pages publishing the way teams actually ship. Ask questions early. Stuck is normal; guessing burns time.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Today’s job: make this site yours, then publish it.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Name, education, coursework, projects, photo if you want — then a real GitHub Pages URL. We’ll use a branch and pull request so you practice how teams review work before it goes live.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First: download and unzip.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want a folder named my-resume-site . Also create an empty Public GitHub repo — leave README / .gitignore / license unchecked.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folder in VS Code and run it.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localhost link in the terminal. You should see a sample resume. Leave that terminal running.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Almost everything you edit is one file.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Name, about, coursework, projects, links. Optional photo: drop photo.jpg in public/ . Leave lists you don’t need as [] 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Saving a file does not put it on the internet.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We’ll hit each of those on purpose. Don’t skip ahead.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the starter to your empty repo.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push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something looks wrong, run git status first.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git diff if you need to see what you edited. Guessing burns time.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out your resume in profile.js 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 the sample person with you. Fill what you have — coursework, activities, projects, experience if any. Replace every example.com link. Save and check localhost. Don’t Commit yet; next we ship a chunk of this work through a pull request.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one piece of that resume work for a pull request.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featured project card. GitHub → Issues → New. Write how you’ll know it’s done — honest summary, working link, readable on a phone, no secrets. The rest of your personalization can ride in the same commit.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Bar: click main , then create a branch.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it add-featured-project . The Status Bar should show that name before you commit anything.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commit — on that branch.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Control → read the diff → Stage (+) → write a real message → Commit → Publish Branch 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PR. Attach it to your issue.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= task. PR = fix. Two ways: (1) put Closes #1 on its own line in the PR body — closes the issue on merge. (2) PR sidebar → Development → Link an issue → pick yours. Confirm the link on the issue page, then Files changed . Don’t merge yet.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 your PR to the person beside you for a +1.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open Files changed , skim the diff, then Review changes → Approve (or Comment with +1 ). You do the same on theirs. Merge only after you have a partner review.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ZIP already includes a GitHub Actions workflow.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 push to main it installs, builds, and deploys. You’re not writing YAML today — you’re watching it run. Feature branches don’t publish.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Pages on, then re-run the failed job.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Settings → Pages → Source: GitHub Actions . Actions tab → open the run → Re-run all jobs if it failed earlier. When it’s green, open the URL and poke it on your phone.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Lab: finish your resume content, then ship it.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filling profile.js . Use the issue → branch → PR → partner +1 path for the featured project. Then Pages → live URL. Stuck? Show the error and your Status Bar branch name.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a partner your live resume — and the PR that got it there.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site still looks like Jordan Lee, you’re not done yet.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 1 — Git &amp; GitHub</dc:title>
  <dc:subject>Facilitator deck export from the workshop site</dc:subject>
  <dc:creator>MIS Club · Wichita State</dc:creator>
  <cp:lastModifiedBy>MIS Club · Wichita State</cp:lastModifiedBy>
  <cp:revision>1</cp:revision>
  <dcterms:created xsi:type="dcterms:W3CDTF">2026-10-20T19:21:03Z</dcterms:created>
  <dcterms:modified xsi:type="dcterms:W3CDTF">2026-10-20T19:21:03Z</dcterms:modified>
</cp:coreProperties>
</file>