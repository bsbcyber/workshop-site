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people sit down. Promise: by the end they have a URL they can open on their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goal: their resume content, not a tiny demo PR. Git/PR is how we ship a chunk of that work safely. Prefer a real-looking site over a perfect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 up when unzipped. Empty Public repo — no README. Folder must be my-resume-site with package.json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 → Open Folder on my-resume-site. Trust authors. Terminal → New Terminal. Wait for localhost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Explorer live. Photo goes in public/. Empty [] sections stay hidden. Do not open Source Control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Cold-call: if you save in VS Code, does the live site update? Wait for no. Come back to this whenever someone is confused.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terminal if npm run dev is running. Warn: Actions often red-X until Pages is enabled later — expected. Auth = browser or PAT, never GitHub password.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everyone type git status once so they see it. Rule for the rest of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do NOT commit on main. Source Control badge is fine — leave it. Replace example.com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 check: could a stranger verify done? Keep criteria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Bar bottom-left. Uncommitted edits ride along onto the new branch. Don’t continue until the name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Source Control: open diff, stage +, message, Commit, Publish Branch. Roast the message “updates” if it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Files changed is the review. Merge only when it matches the issue. Partner review if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deploy.yml in Explorer. Do not write YAML. Feature branch does not publish — only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= GitHub Actions. Re-run all jobs on the failed run. Then open the real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up. Goal is a real-looking resume + live URL. PR is required practice. Circulate for profile content and Status Bar branch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 share: does the site look like them? Exit ticket: live URL + one thing they reviewed in the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resume site and put it online.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Today’s job: make this site yours, then publish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“done” looks like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First: download and unzip.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the starter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folder in VS Code and run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locally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everything you edit is one file.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file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 a file does not put it on the internet.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isn’t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the starter to your empty repo.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looks wrong, run git status first.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stuck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out your resume in profile.js 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piece of that resume work for a pull request.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first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Bottom-left of VS Code: click main , make a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commit — on that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and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pull request and actually read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ZIP already includes a GitHub Actions workflow.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Pages on, then re-run the failed job.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Lab: finish your resume content, then ship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 partner your live resume — and the PR that got it there.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your work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1 — Git &amp; GitHub</dc:title>
  <dc:subject>Facilitator deck export from the workshop site</dc:subject>
  <dc:creator>MIS Club · Wichita State</dc:creator>
  <cp:lastModifiedBy>MIS Club · Wichita State</cp:lastModifiedBy>
  <cp:revision>1</cp:revision>
  <dcterms:created xsi:type="dcterms:W3CDTF">2026-10-20T18:02:34Z</dcterms:created>
  <dcterms:modified xsi:type="dcterms:W3CDTF">2026-10-20T18:02:34Z</dcterms:modified>
</cp:coreProperties>
</file>