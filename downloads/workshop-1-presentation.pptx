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Smile, wave, keep it human. One beat on Wichita / family / dogs, then move on. Credibility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WSU undergrad, Friends MS Cybersecurity, then Datavant. No teaching title. Connect industry work to why Git/PR/Pages matter on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FACILITATOR</a:t>
            </a:r>
            <a:endParaRPr lang="en-US" sz="1200" dirty="0"/>
          </a:p>
        </p:txBody>
      </p:sp>
      <p:pic>
        <p:nvPicPr>
          <p:cNvPr id="7" name="Image 0" descr="/Users/coding/workshop/public/slides/tyler-bea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92608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49040" y="960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749040" y="1783080"/>
            <a:ext cx="78638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Shockers alum. Based in Wichita with my wife and two dogs. Security is the day job — not the whole story.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Wichita, 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years in industry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dogs at 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+ 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roots. Industry practice.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care about developer enablement — the same skills we’re practicing today.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— graduated here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 University — Master’s in Cybersecurity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 (Product Security)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toy demo — your content, a real pull request with a partner review, and GitHub Pages publishing the way teams actually ship. Ask questions early. Stuck is normal;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education, coursework, projects, photo if you want — then a real GitHub Pages URL. We’ll use a branch and pull request so you practice how teams review work before it goes live.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a folder named my-resume-site . Also create an empty Public GitHub repo — leave README / .gitignore / license unchecked.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localhost link in the terminal. You should see a sample resume. Leave that terminal running.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coursework, projects, links. Optional photo: drop photo.jpg in public/ . Leave lists you don’t need as []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hit each of those on purpose. Don’t skip ahead.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git diff if you need to see what you edited.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the sample person with you. Fill what you have — coursework, activities, projects, experience if any. Replace every example.com link. Save and check localhost. Don’t Commit yet; next we ship a chunk of this work through a pull request.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featured project card. GitHub → Issues → New. Write how you’ll know it’s done — honest summary, working link, readable on a phone, no secrets. The rest of your personalization can ride in the same commit.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 . The Status Bar should show that name before you commit anything.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→ read the diff → Stage (+) → write a real message → Commit → Publish Branch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= task. PR = fix. Two ways: (1) put Closes #1 on its own line in the PR body — closes the issue on merge. (2) PR sidebar → Development → Link an issue → pick yours. Confirm the link on the issue page, then Files changed . Don’t merge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open Files changed , skim the diff, then Review changes → Approve (or Comment with +1 ). You do the same on theirs. Merge only after you have a partner review.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push to main it installs, builds, and deploys. You’re not writing YAML today — you’re watching it run. Feature branches don’t publish.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→ Source: GitHub Actions . Actions tab → open the run → Re-run all jobs if it failed earlier. When it’s green, open the URL and poke it on your phone.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filling profile.js . Use the issue → branch → PR → partner +1 path for the featured project. Then Pages → live URL. Stuck? Show the error and your Status Bar branch name.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site still looks like Jordan Lee, you’re not done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2026-10-20T19:19:52Z</dcterms:created>
  <dcterms:modified xsi:type="dcterms:W3CDTF">2026-10-20T19:19:52Z</dcterms:modified>
</cp:coreProperties>
</file>