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Establish credibility, then get to the work. Point at example site later if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Datavant + WSU adjunct. Connect industry work to why Git/PR/Pages matter in real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the workshop goal. Then advance to “done looks like.”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attach methods: Closes #N in body (auto-closes) and PR sidebar Development → Link an issue. Verify both sides.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Tyler Beach.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me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work, plus teaching at WSU.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Datavant — Senior Application Security Architect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— Adjunct Professor, MIS 711 (graduate cybersecurity)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Earlier: AppSec and IT risk at Cargill; software development before that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I’m here to get you a live resume URL.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I’m here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looks like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locally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file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isn’t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first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Bar: click main , then create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PR. Attach it to your issue.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+1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2026-10-20T19:06:28Z</dcterms:created>
  <dcterms:modified xsi:type="dcterms:W3CDTF">2026-10-20T19:06:28Z</dcterms:modified>
</cp:coreProperties>
</file>