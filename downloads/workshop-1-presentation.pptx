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for the day: local preview → one change → commit → branch/PR → live Pages URL. Leave cover up while people settle. Press R only for ZIPs or the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 of done: one focused change they can explain, review, and publish. Schedule lives in the facilitator guide — do not read the clock aloud unless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until every hand is up for unzipped folder. Also create empty Public repo with no README. Folder name should be my-resume-site. Do not git init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 VS Code experience: File→Open Folder, trust authors, Activity Bar = Explorer, Terminal→New Terminal. Cold-call: which folder has package.json? Wait for localhost before continuing.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Explorer live: src → data → profile.js. Photo goes in public/. Empty arrays stay hidden. Do not teach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Spine of the day. Cold-call: if you saved in VS Code, is the live site updated? Wait for no. Revisit whenever someone says I pushed but the site didn’t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git init through push. Public repo required. Warn: Actions often shows a red X until Pages is enabled in Step 6 — that is expected. Auth: browser sign-in or PAT with repo scope — never account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run git status once. Safe reads only. Rule: status before you change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Personalize profile.js now. Do NOT commit on main. Source Control may show a badge — ignore Commit until after the branch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invent one featured-project issue with checkable criteria. Partner check: could a stranger verify done?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Status Bar → Create new branch → add-featured-project. Status Bar must show the new name before they commit. Uncommitted Step 8 edits move with the new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now: Source Control → read diff → stage → commit → Publish Branch. Good messages beat vague ones. Terminal optional: git push -u origin add-featured-project.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1: explain only. Pass 2: one focused edit in profile.js. Never paste secrets. They own the review. Full prompts are in the student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 before PR. Have students shout when local preview looks right. One-sentence diff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Browser: Compare &amp; pull request. base main, compare feature branch. Files changed is the review. Merge only when criteria pass. Partner review if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file in Explorer live: .github/workflows/deploy.yml. Emphasize: it came in the ZIP — students do not author YAML today. Walk three ideas only: trigger on main, build steps, deploy to Pages. Cold-call: does a feature-branch push publish? Wait for no — on: branches: [main].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must be GitHub Actions. First run often fails until Source is set — teach Re-run all jobs. Feature branches do not publish. Point back to the workflow file: that is why Source =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Help-desk slide for lab. Protocol: status → reproduce → first error → one fix. More cases in the student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up ~30 min. Circulate: issue, Status Bar branch name, Source Control diff. Prefer a finished small change over a perfect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Gallery walk or pair share. Issue → diff → PR → URL. Ask one Copilot line + one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Park during leftover lab. Exit ticket aloud. Resources (R) for ZIP and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laptop to a live site.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one change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review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 OPEN WHILE YOU WORK · ← → · R RESOURCES · N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one change. Publish it.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2962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locally VS Code + localhost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thing in profile.js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+ PR review before merge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live URL not just local preview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locally: VS Code + localhost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thing: in profile.js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+ PR: review before merge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live URL: not just local preview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Download. Unzip. Open the folder.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the starter ZIP portfolio-starter.zip ↓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Unzip you should get my-resume-site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empty Public repo no README · no .gitignore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the starter ZIP: portfolio-starter.zip ↓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Unzip: you should get my-resume-site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empty Public repo: no README · no .gitignore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folder. Run it.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→ Open Folder… my-resume-site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→ New Terminal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two commands then open localhost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→ Open Folder…: my-resume-site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→ New Terminal Run the two commands: then open localhost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EDIT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src/data/profile.js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about, skills, education, projects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photo: public/photo.jpg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unused lists as []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MODEL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is not publishing.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≠ commit ≠ push ≠ deploy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the project to GitHub.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Public repo. No README. Second terminal if npm run dev is still running.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READS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git status 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status What changed? Which branch?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diff What did I edit?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-v Where does push go?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ON MAIN · DO NOT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profile.js . Save. Preview.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your details name, links, coursework, projects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· refresh localhost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Commit yet branch first in the next steps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your details: name, links, coursework, projects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· refresh localhost Do not Commit yet: branch first in the next steps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an issue.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→ New issue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Add a featured project card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honest summary · working link · readable on phone · no secrets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→ New issue Title: Add a featured project card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Checks: honest summary · working link · readable on phone · no secrets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COMMIT ON MAIN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branch for the task.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branch name bottom-left Status Bar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new branch…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add-featured-project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branch name: bottom-left Status Bar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new branch… Name it: add-featured-project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BRANCH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diff. Commit. Publish.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Control · open the diff · Stage (+)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→ Commit e.g. Add featured project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Branch or Sync Changes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Control · open the diff · Stage (+) Message → Commit: e.g. Add featured project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Branch: or Sync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task. You review it.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 to explain first no edits yet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ask for one change in profile.js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line you are responsible for it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 to explain first: no edits yet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ask for one change: in profile.js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line: you are responsible for 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LOCALLY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pull request.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 shows only the intended files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 looks right on a narrow window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explain the change in one sentence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pull request. Read Files changed.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main · compare: your 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changed · match the issue?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when it is correct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 YOUR ZIP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is the robot that builds the site.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.github/workflows/deploy.yml — you do not write this file today.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1115568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push (or merge) to main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npm install → npm run build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send dist/ to GitHub 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When: push (or merge) to main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npm install → npm run build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Deploy: send dist/ to GitHub Pages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SITE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on. Watch the run.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Pages · Source = GitHub 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· wait for green (Re-run if needed)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site · test the real URL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error. Fix one thing.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/ password — browser sign-in or PAT, not your GitHub password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failed — open the log, fix the first real error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on the site — Pages source set? Latest run green? Full project URL?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missing — merged to main ? Hard refresh?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 MINUTES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featured project change.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with clear checks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add-featured-project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· commit ·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· Files changed · merge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four things.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URL or Actions status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Diff Pull request Live URL: or Actions status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first. Diff always. Verify the URL.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Code: Status Bar · Source Control ·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Issue · PR · Files changed · Merge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Actions: deploy.yml on main · green run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Stuck: git status · first error · ask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2026-10-20T17:41:18Z</dcterms:created>
  <dcterms:modified xsi:type="dcterms:W3CDTF">2026-10-20T17:41:18Z</dcterms:modified>
</cp:coreProperties>
</file>